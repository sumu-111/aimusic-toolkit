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98848"/>
            <a:ext cx="12191695" cy="54864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AI 音乐工作平台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52928"/>
            <a:ext cx="105156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3B88D"/>
                </a:solidFill>
                <a:latin typeface="Microsoft YaHei"/>
                <a:ea typeface="Microsoft YaHei"/>
              </a:rPr>
              <a:t>黑客松制作方案 · 双人分工版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60704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团队规模：2 人（前端 1 人 · 后端 1 人）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赛事：Rebuild 黑客松 ｜ 周期：赛前准备 2 天 + 比赛 48 小时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版本 v2.0 · 2026-08-22 · 对应《参赛方案 48h 修订版》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方案总览：一条链路，两个人，三个里程碑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目标：48 小时内跑通“人声修音准”最小闭环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E6FD8"/>
                </a:solidFill>
                <a:latin typeface="Microsoft YaHei"/>
                <a:ea typeface="Microsoft YaHei"/>
              </a:rPr>
              <a:t>导入 → 音乐分析 → 自然语言 → 可编辑操作 → 确认渲染 → 前后对比 → 回退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团队分工：前端 A 负责界面与交互，后端 B 负责分析、Agent 与渲染，接口契约先行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三条并行主线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前端：Electron/React 壳 + React Flow 画布 + WaveSurfer 波形 + 对话确认面板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后端：librosa 小节/音高分析 + LLM 意图解析 + Phase Vocoder 修音 + 验证导出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联调：每天 2 次联调节点，演示全链路目标 ≤ 60 秒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交付物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可运行 demo、3 分钟路演视频、答辩话术、Plan B 素材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明确不做：MusicGen、Demucs（加分项）、双模式时间轴、实时效果链、打包分发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分工总表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ROLE &amp;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828800"/>
                <a:gridCol w="5852160"/>
                <a:gridCol w="240487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负责模块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具体内容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主要产出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前端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界面与交互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Electron/React 壳、React Flow 画布、WaveSurfer 波形、对话输入框、计划确认面板、参数编辑、A/B 对比、回退与自动保存 UI、IPC 客户端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界面与交互代码、mock 数据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后端 B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分析与处理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Python worker、音乐分析（小节/音高）、LLM 意图解析、JSON Schema 预检、修音渲染、重检测验证、WAV 导出、IPC 服务端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分析/渲染服务、baseline 数据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双方共同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联调与答辩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接口契约、demo 素材、demo 脚本、Plan B、路演视频、答辩演练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可演示闭环、评审材料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时间轴总览：赛前 2 天 + 比赛 3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4572000"/>
                <a:gridCol w="386791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核心目标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里程碑验收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赛前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D-2 ~ D-1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环境锁定、接口契约、素材与 spike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检测→修正→重检测脚本有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比赛第 1 天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画布 + 分析层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分析结果（第 3 小节窗口）上图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比赛第 2 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Agent + 修音执行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全链路 ≤ 60 秒并可回退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3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比赛第 3 天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demo 打磨与路演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5 次走查全过，视频就绪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09:00 晨会对齐（各说今天 3 个任务 + 1 个风险）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每日固定节奏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18:00 当日第一次联调（跑通一个接口）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21:00 当日验收（对照里程碑与退出标准）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落后即按“砍项顺序”启动降级，不熬夜堆新功能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赛前准备任务（D-2 ~ D-1）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PRE-HACKATHON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前端 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安装 Node 20 + pnpm，创建 Vite + React + TS 工程，确认 Electron 可启动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验证 React Flow 与 WaveSurfer.js 基础组件可渲染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确定 IPC 通道名与消息格式草案，准备 mock 分析 JSON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后端 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安装 Python 3.11，固定 requirements（librosa/soundfile/numpy/scipy）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跑通“读入人声 → pyin 检测 → pitch_shift 修正 → 重检测”脚本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记录 baseline：平均 cents 偏差、单次处理耗时、worker 启动方式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双方共同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定接口契约 v1（见“前后端接口契约”页），准备 2 段 30 秒单音人声素材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预演“断网 → 规则模板兜底”与“无 GPU → CPU 全链路”两条路径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1：画布 + 分析层（时间节点）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DAY 1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3657600"/>
                <a:gridCol w="167335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时段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前端 A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后端 B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当日里程碑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09:00-12:00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Vite+Electron+React Flow+WaveSurfer 骨架，导入/播放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Python 环境锁定，pyin 检测小样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两端环境跑通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13:00-18:00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画布节点与状态管理，分析节点占位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librosa 小节定位 + 音高轨迹 JSON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分析脚本可跑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19:00-24:00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渲染分析结果，第 3 小节窗口标记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检测→修正→重检测 baseline 脚本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首次联调：导入→分析→显示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联调验收：素材 30 秒内完成分析（预算 ≤ 15 秒）；前端正确显示第 3 小节边界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退出标准：未达成则次日降级为“整段修音”，不做小节定位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1 · 前端 A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FRONTEND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1：工程骨架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创建 Vite + React + TS 工程，集成 Electron 壳与安全配置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集成 React Flow、WaveSurfer.js、Zustand；打通 renderer → main → Python worker 的 IPC 通道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2：导入与播放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实现文件选择与拖拽导入 WAV；WaveSurfer 波形渲染、播放/暂停、进度跳转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3：画布与节点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实现“音频导入 / 音乐分析 / 修音”三类节点，节点参数面板占位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节点图存入 Zustand；接收后端 analysis JSON，将第 3 小节窗口渲染为时间标记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WAV 可导入、可播放；分析结果以节点元数据上图，窗口可选中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1 · 后端 B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BACKEND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1：环境与 worker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固定 Python 3.11 + requirements；封装 worker 启动、日志、心跳与退出清理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定义 IPC 请求/响应 JSON（analyze / analysis_result）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2：音乐分析层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librosa beat.beat_track + onset 估算小节边界，输出 bars 列表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pyin 帧级音高轨迹与置信度，输出 pitch 数组和低置信区段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3：baseline 脚本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读入素材 → 检测 → 记录修正前平均偏差；pitch_shift 修正 → 重检测 → 输出修正后偏差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analysis JSON 稳定输出；baseline 有明确数字与耗时记录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1 联调与里程碑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INTEGRATION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联调点：导入 → 分析 → 显示小节窗口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前端发起 analyze 请求，后端返回 analysis_result，前端渲染到画布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错误路径：分析失败返回错误码，前端展示可重试/降级提示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验收标准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30 秒素材分析 ≤ 15 秒；第 3 小节边界与波形时间轴对齐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前后端各自单元冒烟：前端 mock 数据可渲染，后端脚本可输出 JSON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里程碑 M1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E6FD8"/>
                </a:solidFill>
                <a:latin typeface="Microsoft YaHei"/>
                <a:ea typeface="Microsoft YaHei"/>
              </a:rPr>
              <a:t>素材可导入并显示检测到的小节窗口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退出标准：未达成则次日降级“整段修音”，本次先保闭环再保精度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2：Agent + 修音执行（时间节点）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DAY 2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3657600"/>
                <a:gridCol w="167335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时段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前端 A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后端 B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当日里程碑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09:00-12:00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对话输入框 + 计划确认面板 + 参数编辑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Agent schema + LLM 解析 + 规则模板 + 预检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计划可生成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13:00-18:00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执行进度、A/B 对比播放、回退按钮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Phase Vocoder 修音节点 + 重检测 + 导出 WAV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渲染可执行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19:00-24:00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全链路 UI 串联 + 自动保存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渲染耗时优化（目标 ≤ 30 秒）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全链路 ≤ 60 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联调验收：一句话指令 → 计划确认 → 渲染 → A/B → 回退全部可操作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退出标准：若 LLM 不稳定，演示切规则模板；若渲染超时，降采样 16kHz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2 · 前端 A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FRONTEND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1：对话与计划确认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对话输入框，调用 parse_intent 接口；展示“解析中 / 失败 / 已生成计划”状态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计划确认面板：显示 1 条操作，参数可编辑（起止时间、模式、强度、音阶）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确认/取消按钮与状态机联动（待确认 → 执行中 → 已渲染 → 已回退）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2：执行与对比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执行进度条与取消按钮；A/B 对比播放（原声 / 修音后）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偏差曲线展示：修正前后平均 cents 与逐音符偏差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3：回退与保存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回退按钮回到可编辑状态并保留操作日志；工程自动保存（节点图 + 分析 + 历史）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输入一句话 → 可确认 → 可改参 → 可重渲染 → 可回退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2 · 后端 B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BACKEND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1：Agent 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定义 correct_pitch 工具 schema：track / start_sec / end_sec / mode / scale / correction_strength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LLM 意图解析返回结构化 JSON；预检拒绝越界、参数越界、修正量超 ±2 半音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兜底：规则模板解析“第 N 小节高音修准”，断网可用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2：修音执行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按计划参数裁切窗口；pyin 检测 → 逐音符分段 → pitch_shift（Phase Vocoder）修正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重检测验证，返回 before/after 偏差曲线与平均 cents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3：导出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soundfile 写 WAV（修正段合成回原音频）；输出渲染产物路径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JSON 计划可执行；修音后平均偏差下降且可听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2 联调与里程碑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INTEGRATION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联调点：输入 → 计划 → 确认 → 渲染 → A/B → 回退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前端把项目状态传入 parse_intent；后端返回计划；确认后 execute_plan 渲染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失败路径：预检失败、执行失败、取消均返回状态码，前端回到可编辑状态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验收标准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全链路 ≤ 60 秒（渲染 ≤ 30 秒）；修正后平均 cents 下降且可听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回退后再次确认可重渲染，工程文件可保存/重开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里程碑 M2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E6FD8"/>
                </a:solidFill>
                <a:latin typeface="Microsoft YaHei"/>
                <a:ea typeface="Microsoft YaHei"/>
              </a:rPr>
              <a:t>一条自然语言指令全链路走通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加分项顺序：真实小节定位 → Demucs 去人声 → 多轮修改 → 模板保存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3：demo 打磨与路演（时间节点）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DAY 3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3657600"/>
                <a:gridCol w="167335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时段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前端 A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后端 B 任务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当日里程碑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09:00-12:00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demo 脚本 + Plan B 演练 + 路演视频录制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素材复核 + 兜底路径演练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脚本与素材就绪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13:00-18:00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全流程走查 5 次并计时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渲染耗时优化 + 稳定性检查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5 次全过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19:00-24:00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富余时 UI 打磨 / Demucs 加分项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富余时规则模板增强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可交付状态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最后 1 小时不再改代码，只做演示设备、音量、窗口尺寸与环境检查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3 · 前端 A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FRONTEND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1：demo 脚本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按 3 分钟脚本逐段排练：导入 / 分析 / 对话 / 渲染 / A-B / 回退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记录每段实际耗时，超出预算则裁剪演示或预生成中间结果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2：Plan B 演练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断网 → 规则模板路径；渲染超时 → 16kHz 降采样；Electron 异常 → 浏览器版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3：路演视频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录制 3 分钟正片 + 30 秒高光剪辑；准备截图（小节窗口、偏差曲线、操作面板）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5 次走查全部通过，演示口径统一，设备切换不超过 30 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Day 3 · 后端 B 任务详情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BACKEND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1：稳定性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连续跑 5 次全链路，记录耗时与失败点；修复偶发崩溃并补错误日志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2：渲染优化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必要时降采样 16kHz、缓存中间结果；确认 WAV 导出字节正确、可播放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任务 3：兜底路径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验证规则模板离线可用；预生成 1 条兜底渲染结果备用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产出 / 验收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5 次走查全部通过，无阻塞错误；答辩时可展示 baseline 数字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前后端接口契约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API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578815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通道 / 数据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关键字段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analyze（IPC 请求）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请求分析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{track_id, file_path}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analysis_result（响应）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小节与音高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{bars:[{index,start_sec,end_sec}], pitch:[{t,pitch,confidence}]}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parse_intent（请求）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自然语言 → 计划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{text, project_state}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plan（响应）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可执行计划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{op:correct_pitch, track, start_sec, end_sec, mode, scale, strength}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execute_plan（请求）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执行渲染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{plan_id, parameters}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render_result（响应）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产物与验证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{output_path, before_cents, after_cents, curve}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project.json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工程文件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{nodes, analysis, history, version}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222833"/>
                </a:solidFill>
                <a:latin typeface="Microsoft YaHei"/>
                <a:ea typeface="Microsoft YaHei"/>
              </a:rPr>
              <a:t>约束：时间单位秒；音频 44.1kHz WAV；强度 0-1；默认修正量 ±2 半音；错误统一 {error_code, message}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里程碑与退出标准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4023360"/>
                <a:gridCol w="469087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节点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未达成时的降级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M1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1 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分析结果上图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次日整段修音，不做小节定位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M2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2 晚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全链路 ≤ 60 秒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规则模板 + 预生成渲染保 demo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M3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Day 3 下午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5 次走查全过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路演视频 + Plan B 素材顶上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862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砍项顺序（优先级从低到高）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1 模板保存 → 2 多轮修改 → 3 Demucs 去人声 → 4 真实小节定位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22833"/>
                </a:solidFill>
                <a:latin typeface="Microsoft YaHei"/>
                <a:ea typeface="Microsoft YaHei"/>
              </a:rPr>
              <a:t>• 原则：先保“一句话 → 可听结果”的闭环，再谈加分项；砍功能不砍验收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赛前证据与验收清单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“检测 → 修正 → 重检测”脚本跑通，输出 baseline cents 数字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第 3 小节窗口检测截图 1 张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真实 LLM 输出示例 1 份（含 1 个错误案例）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2 段 30 秒 demo 素材与标注（轻微跑调 / 较重跑调）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3 分钟 demo 脚本计时表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>
                <a:solidFill>
                  <a:srgbClr val="222833"/>
                </a:solidFill>
                <a:latin typeface="Microsoft YaHei"/>
                <a:ea typeface="Microsoft YaHei"/>
              </a:rPr>
              <a:t>[ ] 断网 / 无 GPU / 渲染超时三套 Plan B 演练记录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E6FD8"/>
                </a:solidFill>
                <a:latin typeface="Microsoft YaHei"/>
                <a:ea typeface="Microsoft YaHei"/>
              </a:rPr>
              <a:t>答辩口径：以上即“我们已经验证的部分”，与 demo 一一对应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Demo 脚本与 Plan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DEMO &amp;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Demo 脚本（3 分钟）</a:t>
            </a: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0:00-0:20 一句话定位：“修音不黑盒，每一步都能看、能改、能重来”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0:20-1:00 导入素材，播放，展示检测到的第 3 小节窗口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1:00-1:30 输入“只把人声第 3 小节高音修准”，展示 1 条可编辑操作与参数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1:30-2:00 确认执行，进度条显示，渲染完成后 A/B 播放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2:00-2:30 展示修正前后音高偏差曲线（数字下降），拖动强度重渲染一次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2:30-3:00 回退演示 + 收尾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07F2D"/>
                </a:solidFill>
                <a:latin typeface="Microsoft YaHei"/>
                <a:ea typeface="Microsoft YaHei"/>
              </a:rPr>
              <a:t>Plan 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无 GPU：全链路 CPU 即可（选型底线）；断网：规则模板离线走通同一 UI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修音效果差：赛前验证素材，现场备 2 段轮换；渲染超时：30 秒素材 + 16kHz 兜底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22833"/>
                </a:solidFill>
                <a:latin typeface="Microsoft YaHei"/>
                <a:ea typeface="Microsoft YaHei"/>
              </a:rPr>
              <a:t>• Electron 异常：浏览器版兜底，Electron 只是壳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50292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风险与兜底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C7D2E4"/>
                </a:solidFill>
                <a:latin typeface="Microsoft YaHei"/>
                <a:ea typeface="Microsoft YaHei"/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6400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A6472"/>
                </a:solidFill>
                <a:latin typeface="Microsoft YaHei"/>
                <a:ea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3407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风险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应对措施</a:t>
                      </a:r>
                    </a:p>
                  </a:txBody>
                  <a:tcPr marL="73152" marR="73152" marT="27432" marB="27432" anchor="ctr">
                    <a:solidFill>
                      <a:srgbClr val="161F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音高修正质量不达标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单音人声素材、±2 半音限制、双素材备选、赛前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小节定位不精确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检测边界可视化可拖动；失败降级整段修音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LLM 解析失败 / 断网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JSON Schema 预检 + 规则模板双通道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渲染超时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30 秒素材封顶、16kHz 降采样、进度条与取消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前后端联调阻塞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接口契约先行，mock 数据并联开发，每天 2 次联调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Electron 异常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</a:rPr>
                        <a:t>浏览器版兜底，核心链路不依赖桌面壳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91672" cy="5257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222833"/>
                </a:solidFill>
                <a:latin typeface="Microsoft YaHei"/>
                <a:ea typeface="Microsoft YaHei"/>
              </a:rPr>
              <a:t>所有兜底路径必须赛前演练一次，现场不做临时修复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F0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下一步：开干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60704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今晚前：建仓库、装环境、定接口契约 v1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明天：两端各跑通第一个 spike（前端可播放、后端可检测）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后天：第一条链路闭环，之后只做打磨与兜底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F3B88D"/>
                </a:solidFill>
                <a:latin typeface="Microsoft YaHei"/>
                <a:ea typeface="Microsoft YaHei"/>
              </a:rPr>
              <a:t>记住：48 小时的目标不是“做得多”，而是“一条链路演得稳”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音乐工作平台 · 黑客松制作方案（双人分工版）</dc:title>
  <dc:subject>Rebuild 黑客松 48h 制作方案</dc:subject>
  <dc:creator>Team AI 音乐工作平台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